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6443-345D-16AF-E39D-44321A9C8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A6AD9-32A1-4158-3BB1-3530DDF37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DCCBA-686B-3544-A26D-DA4AD0286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8AAE-B95C-4406-AF4B-005A0F2C5ADF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1D42C-B449-B5AC-8283-D2A30C7FE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81619-5C15-EF0F-F8AE-544C2E08B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BE25-15AD-44D9-9446-03F2071FC6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606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F5AA0-F03B-B37D-A6EA-437CC3B1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9F2B1-9B56-209C-4CAD-B85D2E05D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59207-3CD6-4AEE-D9B6-8B4B7874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8AAE-B95C-4406-AF4B-005A0F2C5ADF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697F6-D364-CDD5-0948-9F43B1929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DC723-945D-4D08-3F1C-033F6F97C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BE25-15AD-44D9-9446-03F2071FC6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5436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9FF11-4B62-7558-541A-45C4C9DE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F9E8B-A109-D5D1-620E-1FA327208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A5AF9-D38F-7CF4-B36B-0B00A2F7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8AAE-B95C-4406-AF4B-005A0F2C5ADF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9ACEF-8739-6ECE-9BE6-490A3190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835E9-80CB-A90C-043C-D390FEF0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BE25-15AD-44D9-9446-03F2071FC6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8972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8AB11-ED36-021B-FE57-4016015B3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59C17-9482-77CC-BAB3-4CFD05BE4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956E7-79A1-7F3D-EB35-E6010A6B5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FA643-7AD0-4720-C7DD-87A0B2587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8AAE-B95C-4406-AF4B-005A0F2C5ADF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B153C-68D8-7540-D1E8-5162566B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0AB1B-6CFF-373C-98AC-16FEE2BF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BE25-15AD-44D9-9446-03F2071FC6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7699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450F3-FE82-CCC5-A9F5-10A9FA347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2A585-699B-3DCD-14BE-CBB264455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05C84-D675-2495-CE40-2D1A2C61B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188D3C-F46C-9416-65CA-0BFAED3D8A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4A568-CA2E-F2DD-A260-10B10FE12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93A847-8322-1CA2-191B-9E0133A00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8AAE-B95C-4406-AF4B-005A0F2C5ADF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2BBA0B-C0A5-4C40-184F-5C3D2110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96B5FE-0758-DCF4-BBCA-669FF2313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BE25-15AD-44D9-9446-03F2071FC6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737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96A4-A05B-631C-3BEA-9891AC9C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B87EF-C1E5-1927-0A04-123F665C5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8AAE-B95C-4406-AF4B-005A0F2C5ADF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86593E-6ADF-C47B-45F9-304C6F003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CE496-CD37-A2D5-8C3F-7AEE89AE4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BE25-15AD-44D9-9446-03F2071FC6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385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470B7D-ACC0-7011-3E22-D18FEDC94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8AAE-B95C-4406-AF4B-005A0F2C5ADF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5927D-D815-2838-274C-0D988ED2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5A584-FF31-041D-13E7-9BCEFD5D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BE25-15AD-44D9-9446-03F2071FC6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17847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1F22-3D1B-4318-DFA7-4737CC91B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2461F-1A47-9335-E344-F1E6CC1D4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043B9-A8DB-1E20-B622-FE6854DFC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7E3B3-7747-7EB9-C9A6-721F66B61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8AAE-B95C-4406-AF4B-005A0F2C5ADF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54219-96A4-4912-6507-BCC91E68F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63FB2-07DA-2A0F-00A0-1774846C1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BE25-15AD-44D9-9446-03F2071FC6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502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67E31-6EDC-A835-654B-121438EFA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9AC86-0A92-FA55-B2EA-33C5A1628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436628-3EB7-A24D-FB12-D1601A621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24E7F-B3C3-5948-8348-EFF0DDE8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8AAE-B95C-4406-AF4B-005A0F2C5ADF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1FF6C-507F-C856-B1F8-160F7C6C7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4A6A2-1344-150D-1BE2-9280D1E9A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BE25-15AD-44D9-9446-03F2071FC6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990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D9BA8-7CA4-8130-724E-767EDE403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842A8-0A1C-36DB-9567-4001691D2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758C4-8040-D66A-D42E-9A9A2CF09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8AAE-B95C-4406-AF4B-005A0F2C5ADF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4D711-9382-62A8-2EB0-73B37EE5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D6BC8-0F09-CE19-26EC-E3D3D2846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BE25-15AD-44D9-9446-03F2071FC6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7291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0F74AD-3ED4-9416-8D76-084270F97C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45AB1-2E05-E482-B77E-040B5A100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8BB2F-C2D9-D9D6-4B71-EEBBF5C99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8AAE-B95C-4406-AF4B-005A0F2C5ADF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4A43C-111E-45D9-EF5E-F6CB9B7CF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02F6E-1B36-C02E-01FA-A2C475F3D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BE25-15AD-44D9-9446-03F2071FC6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75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6ECFB3-16E6-59F0-35AC-DE87CD8D2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6F18E-4060-0571-0C84-45A1C2288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8B5B4-83A5-B672-AA37-929761C2F0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18AAE-B95C-4406-AF4B-005A0F2C5ADF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1581D-DB7B-071E-3EA7-B1CAF18F7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C28FD-ACD8-FBF2-C615-0A0005AD9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6BE25-15AD-44D9-9446-03F2071FC6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7359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6990A9-AB24-FC38-A736-49DB9B2C0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64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E20B00-C617-AC0E-E06F-92ECD4E7D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18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AC8D79-889C-D3E0-C466-E60C141C3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89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7E2029-4967-86E1-8F71-65F61EADF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80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D3596A-2EDD-07E2-4E5D-BC8B80502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57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B1E645-1A2D-F922-0FE8-E93B91C93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5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A32E66-EC51-EE87-2360-518ABAA51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956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70D95B-9830-5AEB-4D14-41DBB4FC9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44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30F457-605B-ADDA-F558-18D1EAED4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066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529AEC-69DC-5984-10A4-93B9B1043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463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B82CC3-0641-7745-E536-2049D5225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519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784E6E-2ECE-1CB0-12C8-93947554B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2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E7F469-7DCC-2B34-9BB8-28F0AE673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8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khoirur rozaq</dc:creator>
  <cp:lastModifiedBy>khoirur rozaq</cp:lastModifiedBy>
  <cp:revision>1</cp:revision>
  <dcterms:created xsi:type="dcterms:W3CDTF">2026-09-14T14:08:03Z</dcterms:created>
  <dcterms:modified xsi:type="dcterms:W3CDTF">2026-09-14T14:08:44Z</dcterms:modified>
</cp:coreProperties>
</file>