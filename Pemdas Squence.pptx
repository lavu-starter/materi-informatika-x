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440BD-D13E-56A3-ED48-79C2CCF83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FC8C49-CFB3-ED47-1B12-61AFF784ED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ED9F3-E3C2-75D9-A94C-AB7F3801B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6D278-0519-411C-9135-DBC22A0C31C8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CDDBE-ED6D-9268-F367-E8109E44E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583A8-E0F1-6293-D113-6BADB7F8F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0A85D-1276-49F7-816A-2DA8D0F859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01902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1F9CF-00E2-BA6E-2C3C-7AC318D2A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9341C-F0BA-D42F-DAEF-61C2F9C6B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C9B2A-2FCB-C096-5815-9F34B43BF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6D278-0519-411C-9135-DBC22A0C31C8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15D2D-45E7-270E-065C-C136DD6B8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D9583-3AEA-1894-5B76-16DACA6B7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0A85D-1276-49F7-816A-2DA8D0F859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775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CA79B-B3E6-E0F8-1696-646772DA5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DCDA42-9199-1714-5FA2-AAB0BE11E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27AFF-0A8D-FA0C-CCB4-51F0E97BC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6D278-0519-411C-9135-DBC22A0C31C8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E4D54-22E5-134F-92C9-228AFEBDA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5D5EA-B44E-7A39-5F7B-0930DAFB2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0A85D-1276-49F7-816A-2DA8D0F859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46218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26FB7-F252-892B-6B5A-735E7A872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C2FE2-66D1-41E7-18DD-2A43954DC4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B07A74-7CF6-6C45-5424-3CF032AAB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435E3-EC87-DB60-6F73-E5B0ABC51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6D278-0519-411C-9135-DBC22A0C31C8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99526D-4B6D-7469-362D-51C55F6BA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01134-21A5-BD11-AD14-6B9363AF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0A85D-1276-49F7-816A-2DA8D0F859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39919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AA139-9D8B-04E7-4BFF-AAF182585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76A4-AB75-06F7-2EA8-4FE4EB7DD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F8725-508B-0517-B51E-36C8C7E9D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4889C5-48CD-CFC1-E7D7-9FB7CD02C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F54074-41C6-DA01-3B14-E8E4E2C5E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7A640-539C-E741-8F6E-DFDE1B8C4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6D278-0519-411C-9135-DBC22A0C31C8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B045C2-54F0-DFD1-3150-58B8E876F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DE97D9-3B6A-2B83-A78D-B2C420F00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0A85D-1276-49F7-816A-2DA8D0F859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27259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CAADD-B167-6B13-2F54-17B8EEA56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82B7A6-A314-C0ED-2ED7-23EB1E2ED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6D278-0519-411C-9135-DBC22A0C31C8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E91D6-DDB6-F768-66AB-0A91EF8D0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C5C384-EBD9-462A-D85A-8E1F5FBB8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0A85D-1276-49F7-816A-2DA8D0F859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22679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B9A3D3-7689-92C4-24CF-79DD4E5DC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6D278-0519-411C-9135-DBC22A0C31C8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D81544-7A49-95C2-4194-FFB836D66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0332F-4B74-711D-5576-28EF99EBB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0A85D-1276-49F7-816A-2DA8D0F859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8853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C451F-04B9-CA8A-71B3-8A66D5F0D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5E6D0-292B-F164-A779-6B323E7B8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66691-E7E6-CFC8-5E3A-A00774318B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27F8B8-66AE-4CD7-AFFE-3F2B98189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6D278-0519-411C-9135-DBC22A0C31C8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FEE14-AF81-C32E-3559-FD29D99C2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1E9BF-2C00-A85F-3BDE-D1A7764BD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0A85D-1276-49F7-816A-2DA8D0F859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95047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12AD1-DC7F-5D61-A119-15E52F3A1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AFA689-F054-1FBB-FD0E-10839C40EC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AE923F-23B4-74E6-F462-700650F86C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B37585-F12D-CF33-BD5D-3DED2BAE0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6D278-0519-411C-9135-DBC22A0C31C8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9E5914-2AAA-261A-36D0-BB36F6868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EC527D-EA6A-A373-00B6-3AF8CE7F9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0A85D-1276-49F7-816A-2DA8D0F859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30500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9F9C8-1E29-BC33-F3BA-808AF071F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EA078C-8C7A-BBC1-394E-9E19083FD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E3AAD-10FA-C1F0-881D-6A4E1A402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6D278-0519-411C-9135-DBC22A0C31C8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C4DD7-DDEE-601D-D8F3-084AE3CBC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EFD29-6675-A3E9-3E58-B6DDA3A7E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0A85D-1276-49F7-816A-2DA8D0F859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92396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E16AAE-514A-66F3-C44D-B5DF8F7DBD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68C006-89DC-62AB-FFEE-8998EEE3F4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42ABA-B4FB-4F06-B354-E20624301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6D278-0519-411C-9135-DBC22A0C31C8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DB9FE-5B41-C961-5545-4FB470EA5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CF5B5-012B-E867-7ECF-1338566D4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0A85D-1276-49F7-816A-2DA8D0F859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1185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14D910-6D69-3B91-6954-E90CEE29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DA90C-61D0-7AA1-AAB3-118D01C7B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ECA3B-F4A9-77B7-0782-2A13C0FABB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06D278-0519-411C-9135-DBC22A0C31C8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B54C6-1168-EA61-42E7-21B7C7C0FF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D9847-BEFC-E5E4-C7D5-C8D64A479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20A85D-1276-49F7-816A-2DA8D0F859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86037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3BC056-CEAD-FE93-B1F6-BF8085505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625" y="-1"/>
            <a:ext cx="12239625" cy="683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853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FEE833-9A36-A492-DB38-F6DB02F9DC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384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4DDE4E-DED6-7408-A36F-B4524C91FA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625" y="-1"/>
            <a:ext cx="12239625" cy="683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309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9E179C-BF08-1AE4-2FBC-CA01AFB8E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061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0592FE-0344-307D-75A8-5101C0EA4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742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09E93A-2829-0A1B-AEFD-1CF23608B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379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B0EB73-9950-C7D5-2378-D028753708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625" y="-1"/>
            <a:ext cx="12315825" cy="687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649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359BB2-5536-59DB-CA4A-0F8E9FD64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625" y="-1"/>
            <a:ext cx="12239625" cy="683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027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49FE87-7DE6-CE68-4564-FBEEBBECD5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497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877D0C-880E-6E44-7DD5-50B4BA38F6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524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khoirur rozaq</dc:creator>
  <cp:lastModifiedBy>khoirur rozaq</cp:lastModifiedBy>
  <cp:revision>1</cp:revision>
  <dcterms:created xsi:type="dcterms:W3CDTF">2026-09-15T06:58:35Z</dcterms:created>
  <dcterms:modified xsi:type="dcterms:W3CDTF">2026-09-15T06:58:56Z</dcterms:modified>
</cp:coreProperties>
</file>